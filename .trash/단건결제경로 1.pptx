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63" r:id="rId4"/>
    <p:sldId id="257" r:id="rId5"/>
    <p:sldId id="264" r:id="rId6"/>
    <p:sldId id="265" r:id="rId7"/>
    <p:sldId id="272" r:id="rId8"/>
    <p:sldId id="266" r:id="rId9"/>
    <p:sldId id="271" r:id="rId10"/>
    <p:sldId id="267" r:id="rId11"/>
    <p:sldId id="268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98" autoAdjust="0"/>
    <p:restoredTop sz="99886" autoAdjust="0"/>
  </p:normalViewPr>
  <p:slideViewPr>
    <p:cSldViewPr snapToGrid="0">
      <p:cViewPr>
        <p:scale>
          <a:sx n="122" d="100"/>
          <a:sy n="122" d="100"/>
        </p:scale>
        <p:origin x="-72" y="1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90AF5-770A-4698-AEF4-00CE3D1DFCDF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ECD13-C807-42BD-8126-5D99B37DB2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7708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90AF5-770A-4698-AEF4-00CE3D1DFCDF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ECD13-C807-42BD-8126-5D99B37DB2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0022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90AF5-770A-4698-AEF4-00CE3D1DFCDF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ECD13-C807-42BD-8126-5D99B37DB2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9114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90AF5-770A-4698-AEF4-00CE3D1DFCDF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ECD13-C807-42BD-8126-5D99B37DB2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0832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90AF5-770A-4698-AEF4-00CE3D1DFCDF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ECD13-C807-42BD-8126-5D99B37DB2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5527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90AF5-770A-4698-AEF4-00CE3D1DFCDF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ECD13-C807-42BD-8126-5D99B37DB2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5393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90AF5-770A-4698-AEF4-00CE3D1DFCDF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ECD13-C807-42BD-8126-5D99B37DB2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1060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90AF5-770A-4698-AEF4-00CE3D1DFCDF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ECD13-C807-42BD-8126-5D99B37DB2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4657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90AF5-770A-4698-AEF4-00CE3D1DFCDF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ECD13-C807-42BD-8126-5D99B37DB2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0747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90AF5-770A-4698-AEF4-00CE3D1DFCDF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ECD13-C807-42BD-8126-5D99B37DB2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19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90AF5-770A-4698-AEF4-00CE3D1DFCDF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ECD13-C807-42BD-8126-5D99B37DB2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8683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190AF5-770A-4698-AEF4-00CE3D1DFCDF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5ECD13-C807-42BD-8126-5D99B37DB2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7472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bp.hunterkorea.com:9443/portal/index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737920" y="2454876"/>
            <a:ext cx="47161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	</a:t>
            </a:r>
            <a:r>
              <a:rPr lang="ko-KR" altLang="en-US" sz="48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결제경로</a:t>
            </a:r>
            <a:endParaRPr lang="ko-KR" altLang="en-US" sz="48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21620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358714" y="1243914"/>
            <a:ext cx="14745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목차</a:t>
            </a:r>
            <a:endParaRPr lang="ko-KR" altLang="en-US" sz="48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985687" y="4209536"/>
            <a:ext cx="5041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단건</a:t>
            </a:r>
            <a:r>
              <a:rPr lang="ko-KR" altLang="en-US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결제경로</a:t>
            </a:r>
            <a:endParaRPr lang="en-US" altLang="ko-KR" dirty="0" smtClean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07115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052119" y="2364260"/>
            <a:ext cx="60877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8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단건결제</a:t>
            </a:r>
            <a:r>
              <a:rPr lang="ko-KR" altLang="en-US" sz="48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경로</a:t>
            </a:r>
            <a:endParaRPr lang="en-US" altLang="ko-KR" sz="48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53142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30" y="1754508"/>
            <a:ext cx="5448300" cy="41034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9" y="1754508"/>
            <a:ext cx="5484396" cy="4141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30" y="137713"/>
            <a:ext cx="11485978" cy="852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321108" y="1246456"/>
            <a:ext cx="88521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u="sng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상호</a:t>
            </a:r>
            <a:r>
              <a:rPr lang="en-US" altLang="ko-KR" u="sng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/</a:t>
            </a:r>
            <a:r>
              <a:rPr lang="ko-KR" altLang="en-US" u="sng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대표자명</a:t>
            </a:r>
            <a:r>
              <a:rPr lang="en-US" altLang="ko-KR" u="sng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/</a:t>
            </a:r>
            <a:r>
              <a:rPr lang="ko-KR" altLang="en-US" u="sng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사업자번호</a:t>
            </a:r>
            <a:r>
              <a:rPr lang="en-US" altLang="ko-KR" u="sng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/</a:t>
            </a:r>
            <a:r>
              <a:rPr lang="ko-KR" altLang="en-US" u="sng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주소</a:t>
            </a:r>
            <a:r>
              <a:rPr lang="en-US" altLang="ko-KR" u="sng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/</a:t>
            </a:r>
            <a:r>
              <a:rPr lang="ko-KR" altLang="en-US" u="sng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전화번호</a:t>
            </a:r>
            <a:r>
              <a:rPr lang="en-US" altLang="ko-KR" u="sng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/</a:t>
            </a:r>
            <a:r>
              <a:rPr lang="ko-KR" altLang="en-US" u="sng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이메일</a:t>
            </a:r>
            <a:r>
              <a:rPr lang="en-US" altLang="ko-KR" u="sng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/</a:t>
            </a:r>
            <a:r>
              <a:rPr lang="ko-KR" altLang="en-US" u="sng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통신판매신고번호</a:t>
            </a:r>
            <a:r>
              <a:rPr lang="en-US" altLang="ko-KR" u="sng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/</a:t>
            </a:r>
            <a:r>
              <a:rPr lang="ko-KR" altLang="en-US" u="sng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이용약관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354330" y="6128211"/>
            <a:ext cx="53254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u="sng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이용약관</a:t>
            </a:r>
            <a:r>
              <a:rPr lang="en-US" altLang="ko-KR" u="sng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&amp;</a:t>
            </a:r>
            <a:r>
              <a:rPr lang="ko-KR" altLang="en-US" u="sng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개인정보이용방침 상호명 </a:t>
            </a:r>
            <a:r>
              <a:rPr lang="en-US" altLang="ko-KR" u="sng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:  </a:t>
            </a:r>
            <a:r>
              <a:rPr lang="ko-KR" altLang="en-US" u="sng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㈜ </a:t>
            </a:r>
            <a:r>
              <a:rPr lang="ko-KR" altLang="en-US" u="sng" dirty="0" err="1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헌터코리아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5430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9460" y="322543"/>
            <a:ext cx="7320643" cy="44448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924058" y="5080003"/>
            <a:ext cx="56114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홈페이지 </a:t>
            </a:r>
            <a:r>
              <a:rPr lang="en-US" altLang="ko-KR" dirty="0" smtClean="0"/>
              <a:t>URL</a:t>
            </a:r>
          </a:p>
          <a:p>
            <a:endParaRPr lang="en-US" altLang="ko-KR" dirty="0"/>
          </a:p>
          <a:p>
            <a:r>
              <a:rPr lang="en-US" altLang="ko-KR" dirty="0">
                <a:hlinkClick r:id="rId3"/>
              </a:rPr>
              <a:t>https://</a:t>
            </a:r>
            <a:r>
              <a:rPr lang="en-US" altLang="ko-KR" dirty="0" smtClean="0">
                <a:hlinkClick r:id="rId3"/>
              </a:rPr>
              <a:t>bp.hunterkorea.com:9443/portal/index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2215142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062187" y="1606377"/>
            <a:ext cx="33319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URL </a:t>
            </a:r>
            <a:r>
              <a:rPr lang="ko-KR" altLang="en-US" dirty="0" smtClean="0"/>
              <a:t>접속 시 로그인 화면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ID : admin</a:t>
            </a:r>
          </a:p>
          <a:p>
            <a:r>
              <a:rPr lang="en-US" altLang="ko-KR" dirty="0" smtClean="0"/>
              <a:t>PW : user</a:t>
            </a:r>
            <a:endParaRPr lang="ko-KR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331" y="1394802"/>
            <a:ext cx="5133975" cy="2171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12910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857" y="345464"/>
            <a:ext cx="1954956" cy="42343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오른쪽 화살표 4"/>
          <p:cNvSpPr/>
          <p:nvPr/>
        </p:nvSpPr>
        <p:spPr>
          <a:xfrm>
            <a:off x="2821346" y="1735809"/>
            <a:ext cx="1156677" cy="79716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3508" y="470510"/>
            <a:ext cx="8042731" cy="35934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직사각형 5"/>
          <p:cNvSpPr/>
          <p:nvPr/>
        </p:nvSpPr>
        <p:spPr>
          <a:xfrm>
            <a:off x="914400" y="1312985"/>
            <a:ext cx="1625600" cy="2500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914400" y="1942123"/>
            <a:ext cx="1625600" cy="2500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4106984" y="2344615"/>
            <a:ext cx="3763107" cy="2500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4106984" y="1563077"/>
            <a:ext cx="3763107" cy="2500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4106984" y="1942123"/>
            <a:ext cx="3763107" cy="2500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3204306" y="4395149"/>
            <a:ext cx="8276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실제 제품들은 제품</a:t>
            </a:r>
            <a:r>
              <a:rPr lang="en-US" altLang="ko-KR" dirty="0" smtClean="0"/>
              <a:t>/</a:t>
            </a:r>
            <a:r>
              <a:rPr lang="ko-KR" altLang="en-US" dirty="0" smtClean="0"/>
              <a:t>부품관리 </a:t>
            </a:r>
            <a:r>
              <a:rPr lang="en-US" altLang="ko-KR" dirty="0" smtClean="0"/>
              <a:t>&gt; </a:t>
            </a:r>
            <a:r>
              <a:rPr lang="ko-KR" altLang="en-US" dirty="0" smtClean="0"/>
              <a:t>부품관리에서 목록 </a:t>
            </a:r>
            <a:r>
              <a:rPr lang="ko-KR" altLang="en-US" smtClean="0"/>
              <a:t>형태로 관리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873814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61845" y="3305907"/>
            <a:ext cx="925844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해당 홈페이지는 현재 개발 중이며</a:t>
            </a:r>
            <a:r>
              <a:rPr lang="en-US" altLang="ko-KR" dirty="0" smtClean="0"/>
              <a:t>,</a:t>
            </a:r>
            <a:r>
              <a:rPr lang="ko-KR" altLang="en-US" dirty="0" smtClean="0"/>
              <a:t> 자동차 서비스 장비</a:t>
            </a:r>
            <a:r>
              <a:rPr lang="en-US" altLang="ko-KR" dirty="0" smtClean="0"/>
              <a:t>, </a:t>
            </a:r>
            <a:r>
              <a:rPr lang="ko-KR" altLang="en-US" dirty="0" smtClean="0"/>
              <a:t>회사에 필요한 물품</a:t>
            </a:r>
            <a:r>
              <a:rPr lang="en-US" altLang="ko-KR" dirty="0" smtClean="0"/>
              <a:t>(</a:t>
            </a:r>
            <a:r>
              <a:rPr lang="ko-KR" altLang="en-US" dirty="0" smtClean="0"/>
              <a:t>운용비용</a:t>
            </a:r>
            <a:r>
              <a:rPr lang="en-US" altLang="ko-KR" dirty="0" smtClean="0"/>
              <a:t>)</a:t>
            </a:r>
            <a:r>
              <a:rPr lang="ko-KR" altLang="en-US" dirty="0"/>
              <a:t> </a:t>
            </a:r>
            <a:r>
              <a:rPr lang="ko-KR" altLang="en-US" dirty="0" smtClean="0"/>
              <a:t>등을 결제 시스템에 도입할 </a:t>
            </a:r>
            <a:r>
              <a:rPr lang="ko-KR" altLang="en-US" dirty="0" smtClean="0"/>
              <a:t>예정입니다</a:t>
            </a:r>
            <a:r>
              <a:rPr lang="en-US" altLang="ko-KR" dirty="0" smtClean="0"/>
              <a:t>.</a:t>
            </a:r>
            <a:r>
              <a:rPr lang="en-US" altLang="ko-KR" dirty="0" smtClean="0">
                <a:solidFill>
                  <a:srgbClr val="FF0000"/>
                </a:solidFill>
              </a:rPr>
              <a:t> </a:t>
            </a:r>
          </a:p>
          <a:p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 smtClean="0">
                <a:solidFill>
                  <a:srgbClr val="FF0000"/>
                </a:solidFill>
              </a:rPr>
              <a:t>(</a:t>
            </a:r>
            <a:r>
              <a:rPr lang="ko-KR" altLang="en-US" dirty="0" smtClean="0">
                <a:solidFill>
                  <a:srgbClr val="FF0000"/>
                </a:solidFill>
              </a:rPr>
              <a:t>현재 카드결제는</a:t>
            </a:r>
            <a:r>
              <a:rPr lang="en-US" altLang="ko-KR" dirty="0" smtClean="0">
                <a:solidFill>
                  <a:srgbClr val="FF0000"/>
                </a:solidFill>
              </a:rPr>
              <a:t> VAN</a:t>
            </a:r>
            <a:r>
              <a:rPr lang="ko-KR" altLang="en-US" dirty="0" smtClean="0">
                <a:solidFill>
                  <a:srgbClr val="FF0000"/>
                </a:solidFill>
              </a:rPr>
              <a:t>사 시스템을 이용한 </a:t>
            </a:r>
            <a:r>
              <a:rPr lang="ko-KR" altLang="en-US" dirty="0" err="1" smtClean="0">
                <a:solidFill>
                  <a:srgbClr val="FF0000"/>
                </a:solidFill>
              </a:rPr>
              <a:t>모바일</a:t>
            </a:r>
            <a:r>
              <a:rPr lang="ko-KR" altLang="en-US" dirty="0" smtClean="0">
                <a:solidFill>
                  <a:srgbClr val="FF0000"/>
                </a:solidFill>
              </a:rPr>
              <a:t> 오프라인 결제 시스템을 도입</a:t>
            </a:r>
            <a:r>
              <a:rPr lang="en-US" altLang="ko-KR" dirty="0" smtClean="0">
                <a:solidFill>
                  <a:srgbClr val="FF0000"/>
                </a:solidFill>
              </a:rPr>
              <a:t>. </a:t>
            </a:r>
            <a:r>
              <a:rPr lang="ko-KR" altLang="en-US" dirty="0" smtClean="0">
                <a:solidFill>
                  <a:srgbClr val="FF0000"/>
                </a:solidFill>
              </a:rPr>
              <a:t>내부 직원이 직접 리더기로 현장에서 처리하며</a:t>
            </a:r>
            <a:r>
              <a:rPr lang="en-US" altLang="ko-KR" dirty="0" smtClean="0">
                <a:solidFill>
                  <a:srgbClr val="FF0000"/>
                </a:solidFill>
              </a:rPr>
              <a:t>,</a:t>
            </a:r>
            <a:r>
              <a:rPr lang="ko-KR" altLang="en-US" dirty="0" smtClean="0">
                <a:solidFill>
                  <a:srgbClr val="FF0000"/>
                </a:solidFill>
              </a:rPr>
              <a:t> </a:t>
            </a:r>
            <a:r>
              <a:rPr lang="en-US" altLang="ko-KR" dirty="0" smtClean="0">
                <a:solidFill>
                  <a:srgbClr val="FF0000"/>
                </a:solidFill>
              </a:rPr>
              <a:t>PC</a:t>
            </a:r>
            <a:r>
              <a:rPr lang="ko-KR" altLang="en-US" dirty="0" smtClean="0">
                <a:solidFill>
                  <a:srgbClr val="FF0000"/>
                </a:solidFill>
              </a:rPr>
              <a:t>에서는 카드결제 기능을 </a:t>
            </a:r>
            <a:r>
              <a:rPr lang="ko-KR" altLang="en-US" dirty="0" smtClean="0">
                <a:solidFill>
                  <a:srgbClr val="FF0000"/>
                </a:solidFill>
              </a:rPr>
              <a:t>사용하지 않습니다</a:t>
            </a:r>
            <a:r>
              <a:rPr lang="en-US" altLang="ko-KR" dirty="0" smtClean="0">
                <a:solidFill>
                  <a:srgbClr val="FF0000"/>
                </a:solidFill>
              </a:rPr>
              <a:t>.)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endParaRPr lang="en-US" altLang="ko-KR" dirty="0" smtClean="0"/>
          </a:p>
          <a:p>
            <a:r>
              <a:rPr lang="ko-KR" altLang="en-US" dirty="0" smtClean="0"/>
              <a:t>결제할 제품들은 목록 형태로 이루어져 있으며</a:t>
            </a:r>
            <a:r>
              <a:rPr lang="en-US" altLang="ko-KR" dirty="0" smtClean="0"/>
              <a:t>, </a:t>
            </a:r>
            <a:r>
              <a:rPr lang="ko-KR" altLang="en-US" dirty="0" smtClean="0"/>
              <a:t>제품명과 제품 가격은 입출금관리 목록의 세부 품목과 총 금액</a:t>
            </a:r>
            <a:r>
              <a:rPr lang="en-US" altLang="ko-KR" dirty="0" smtClean="0"/>
              <a:t>(VAT </a:t>
            </a:r>
            <a:r>
              <a:rPr lang="ko-KR" altLang="en-US" dirty="0" smtClean="0"/>
              <a:t>포함</a:t>
            </a:r>
            <a:r>
              <a:rPr lang="en-US" altLang="ko-KR" dirty="0" smtClean="0"/>
              <a:t>)</a:t>
            </a:r>
            <a:r>
              <a:rPr lang="ko-KR" altLang="en-US" dirty="0" smtClean="0"/>
              <a:t>을 </a:t>
            </a:r>
            <a:r>
              <a:rPr lang="ko-KR" altLang="en-US" dirty="0" smtClean="0"/>
              <a:t>따릅니다</a:t>
            </a:r>
            <a:r>
              <a:rPr lang="en-US" altLang="ko-KR" dirty="0" smtClean="0"/>
              <a:t>.</a:t>
            </a:r>
            <a:endParaRPr lang="en-US" altLang="ko-KR" dirty="0" smtClean="0"/>
          </a:p>
          <a:p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en-US" dirty="0" err="1" smtClean="0"/>
              <a:t>나이스페이</a:t>
            </a:r>
            <a:r>
              <a:rPr lang="ko-KR" altLang="en-US" dirty="0" smtClean="0"/>
              <a:t> 기능 중 결제수단은 가상계좌를 이용할 목적이며</a:t>
            </a:r>
            <a:r>
              <a:rPr lang="en-US" altLang="ko-KR" dirty="0" smtClean="0"/>
              <a:t>, </a:t>
            </a:r>
            <a:r>
              <a:rPr lang="ko-KR" altLang="en-US" dirty="0" smtClean="0"/>
              <a:t>결제 경로는</a:t>
            </a:r>
            <a:endParaRPr lang="en-US" altLang="ko-KR" dirty="0" smtClean="0"/>
          </a:p>
          <a:p>
            <a:r>
              <a:rPr lang="ko-KR" altLang="en-US" dirty="0" smtClean="0"/>
              <a:t>로그인 </a:t>
            </a:r>
            <a:r>
              <a:rPr lang="en-US" altLang="ko-KR" dirty="0" smtClean="0"/>
              <a:t>&gt; </a:t>
            </a:r>
            <a:r>
              <a:rPr lang="ko-KR" altLang="en-US" dirty="0" smtClean="0"/>
              <a:t>회계관리 </a:t>
            </a:r>
            <a:r>
              <a:rPr lang="en-US" altLang="ko-KR" dirty="0" smtClean="0"/>
              <a:t>&gt; </a:t>
            </a:r>
            <a:r>
              <a:rPr lang="ko-KR" altLang="en-US" dirty="0" smtClean="0"/>
              <a:t>입출금관리의 목록 </a:t>
            </a:r>
            <a:r>
              <a:rPr lang="en-US" altLang="ko-KR" dirty="0" smtClean="0"/>
              <a:t>NO 24 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“</a:t>
            </a:r>
            <a:r>
              <a:rPr lang="ko-KR" altLang="en-US" dirty="0" smtClean="0"/>
              <a:t>입금처리</a:t>
            </a:r>
            <a:r>
              <a:rPr lang="en-US" altLang="ko-KR" dirty="0" smtClean="0"/>
              <a:t>”</a:t>
            </a:r>
            <a:r>
              <a:rPr lang="ko-KR" altLang="en-US" dirty="0" smtClean="0"/>
              <a:t> 버튼 클릭 </a:t>
            </a:r>
            <a:r>
              <a:rPr lang="en-US" altLang="ko-KR" dirty="0" smtClean="0">
                <a:solidFill>
                  <a:srgbClr val="FF0000"/>
                </a:solidFill>
              </a:rPr>
              <a:t>(</a:t>
            </a:r>
            <a:r>
              <a:rPr lang="ko-KR" altLang="en-US" dirty="0" smtClean="0">
                <a:solidFill>
                  <a:srgbClr val="FF0000"/>
                </a:solidFill>
              </a:rPr>
              <a:t>빨간색 네모 영역 참고</a:t>
            </a:r>
            <a:r>
              <a:rPr lang="en-US" altLang="ko-KR" dirty="0" smtClean="0">
                <a:solidFill>
                  <a:srgbClr val="FF0000"/>
                </a:solidFill>
              </a:rPr>
              <a:t>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124" y="76635"/>
            <a:ext cx="1265645" cy="4463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직사각형 4"/>
          <p:cNvSpPr/>
          <p:nvPr/>
        </p:nvSpPr>
        <p:spPr>
          <a:xfrm>
            <a:off x="672124" y="1344248"/>
            <a:ext cx="1265645" cy="2344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742461" y="2907323"/>
            <a:ext cx="719015" cy="1875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오른쪽 화살표 6"/>
          <p:cNvSpPr/>
          <p:nvPr/>
        </p:nvSpPr>
        <p:spPr>
          <a:xfrm>
            <a:off x="2383689" y="1578709"/>
            <a:ext cx="1156677" cy="79716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2307" y="704467"/>
            <a:ext cx="8007986" cy="254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3712307" y="1070708"/>
            <a:ext cx="7924801" cy="6955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1393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746" y="754779"/>
            <a:ext cx="5297946" cy="3369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1361646" y="4971141"/>
            <a:ext cx="9339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입금처리 버튼클릭 후 입금처리 </a:t>
            </a:r>
            <a:r>
              <a:rPr lang="ko-KR" altLang="en-US" dirty="0" err="1" smtClean="0"/>
              <a:t>모달창</a:t>
            </a:r>
            <a:r>
              <a:rPr lang="ko-KR" altLang="en-US" dirty="0" smtClean="0"/>
              <a:t> 화면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왼쪽 화면 결제수단 카드결제 클릭 </a:t>
            </a:r>
            <a:r>
              <a:rPr lang="en-US" altLang="ko-KR" dirty="0" smtClean="0"/>
              <a:t>&gt; </a:t>
            </a:r>
            <a:r>
              <a:rPr lang="ko-KR" altLang="en-US" dirty="0" smtClean="0"/>
              <a:t>즉시결제 버튼 클릭 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빨간색 네모 영역 참고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endParaRPr lang="en-US" altLang="ko-KR" dirty="0" smtClean="0"/>
          </a:p>
        </p:txBody>
      </p:sp>
      <p:sp>
        <p:nvSpPr>
          <p:cNvPr id="2" name="직사각형 1"/>
          <p:cNvSpPr/>
          <p:nvPr/>
        </p:nvSpPr>
        <p:spPr>
          <a:xfrm>
            <a:off x="402493" y="2946398"/>
            <a:ext cx="492369" cy="2813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2" name="오른쪽 화살표 11"/>
          <p:cNvSpPr/>
          <p:nvPr/>
        </p:nvSpPr>
        <p:spPr>
          <a:xfrm>
            <a:off x="5431692" y="2302184"/>
            <a:ext cx="809501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1193" y="751464"/>
            <a:ext cx="5297946" cy="3369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직사각형 15"/>
          <p:cNvSpPr/>
          <p:nvPr/>
        </p:nvSpPr>
        <p:spPr>
          <a:xfrm>
            <a:off x="8413428" y="2915134"/>
            <a:ext cx="492369" cy="2813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9881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57908" y="4509476"/>
            <a:ext cx="933938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가상계좌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입금처리 버튼클릭 후 입금처리 </a:t>
            </a:r>
            <a:r>
              <a:rPr lang="ko-KR" altLang="en-US" dirty="0" err="1" smtClean="0"/>
              <a:t>모달창</a:t>
            </a:r>
            <a:r>
              <a:rPr lang="ko-KR" altLang="en-US" dirty="0" smtClean="0"/>
              <a:t> 화면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왼쪽 화면 결제수단 가상계좌 클릭 </a:t>
            </a:r>
            <a:r>
              <a:rPr lang="en-US" altLang="ko-KR" dirty="0" smtClean="0"/>
              <a:t>&gt; </a:t>
            </a:r>
            <a:r>
              <a:rPr lang="ko-KR" altLang="en-US" dirty="0" smtClean="0"/>
              <a:t>가상계좌 발급 버튼 클릭 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빨간색 네모 영역 참고</a:t>
            </a:r>
            <a:r>
              <a:rPr lang="en-US" altLang="ko-KR" dirty="0" smtClean="0">
                <a:solidFill>
                  <a:srgbClr val="FF0000"/>
                </a:solidFill>
              </a:rPr>
              <a:t>)</a:t>
            </a:r>
            <a:endParaRPr lang="en-US" altLang="ko-KR" dirty="0"/>
          </a:p>
        </p:txBody>
      </p:sp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746" y="754779"/>
            <a:ext cx="5297946" cy="3369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직사각형 16"/>
          <p:cNvSpPr/>
          <p:nvPr/>
        </p:nvSpPr>
        <p:spPr>
          <a:xfrm>
            <a:off x="730739" y="2946398"/>
            <a:ext cx="492369" cy="2813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8" name="오른쪽 화살표 17"/>
          <p:cNvSpPr/>
          <p:nvPr/>
        </p:nvSpPr>
        <p:spPr>
          <a:xfrm>
            <a:off x="5431692" y="2302184"/>
            <a:ext cx="809501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1193" y="592025"/>
            <a:ext cx="5583484" cy="41177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" name="직사각형 20"/>
          <p:cNvSpPr/>
          <p:nvPr/>
        </p:nvSpPr>
        <p:spPr>
          <a:xfrm>
            <a:off x="8229600" y="2821349"/>
            <a:ext cx="586154" cy="3438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0649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01804" y="313786"/>
            <a:ext cx="10495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제품에 대해 별도로 제공하는 기간은 없으며 연중무휴 </a:t>
            </a:r>
            <a:r>
              <a:rPr lang="en-US" altLang="ko-KR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24</a:t>
            </a:r>
            <a:r>
              <a:rPr lang="ko-KR" altLang="en-US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시간임</a:t>
            </a:r>
            <a:r>
              <a:rPr lang="en-US" altLang="ko-KR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757" y="844060"/>
            <a:ext cx="3735384" cy="574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5069" y="937844"/>
            <a:ext cx="3773454" cy="2672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5069" y="3970214"/>
            <a:ext cx="3213821" cy="23262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915" y="3970213"/>
            <a:ext cx="3238031" cy="23262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0679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1761</TotalTime>
  <Words>209</Words>
  <Application>Microsoft Office PowerPoint</Application>
  <PresentationFormat>사용자 지정</PresentationFormat>
  <Paragraphs>31</Paragraphs>
  <Slides>11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2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1</dc:creator>
  <cp:lastModifiedBy>Registered User</cp:lastModifiedBy>
  <cp:revision>75</cp:revision>
  <dcterms:created xsi:type="dcterms:W3CDTF">2023-11-23T01:51:40Z</dcterms:created>
  <dcterms:modified xsi:type="dcterms:W3CDTF">2025-09-03T04:44:47Z</dcterms:modified>
</cp:coreProperties>
</file>